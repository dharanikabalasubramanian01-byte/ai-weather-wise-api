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AI WeatherWise: a RESTful backend that combines live weather data with Gemini AI to give natural-language summaries and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822960"/>
            <a:ext cx="3291840" cy="3291840"/>
          </a:xfrm>
          <a:prstGeom prst="ellipse">
            <a:avLst/>
          </a:prstGeom>
          <a:solidFill>
            <a:srgbClr val="12325A"/>
          </a:solidFill>
          <a:ln w="12700">
            <a:solidFill>
              <a:srgbClr val="1232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1371600"/>
            <a:ext cx="2194560" cy="21945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83080"/>
            <a:ext cx="146304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NAAN MUDHALVAN PROJECT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WeatherWise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06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weather forecasts and insights, powered by Node.js, MongoDB and Google Gemini AI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Backend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backend that turns raw weather data into useful advice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is a robust RESTful backend built with Node.js and Express.js, using MongoDB with Mongoose for data persistence.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delivers real-time weather metrics and uses Google Gemini AI to produce intelligent summaries and personalized recommendations.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built in: JWT authentication, bcrypt password hashing, centralized error handling and request sanitization.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resilient fallback mode keeps the API working even without external API keys.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1417320"/>
            <a:ext cx="1737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66360" y="155448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090" y="16802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166360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03720" y="1417320"/>
            <a:ext cx="1737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0" y="155448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610" y="168021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04088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0" y="2971800"/>
            <a:ext cx="1737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66360" y="310896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90" y="323469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66360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166360" y="3977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&amp; tips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03720" y="2971800"/>
            <a:ext cx="1737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0" y="310896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610" y="32346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40880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040880" y="3977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Meet Alex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travel enthusiast who needs quick, personalized weather guidance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774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many favorite locations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activity or clothing advice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metrics instead of plain-language summaries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secure way to sync preferences across devices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3774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service for weather retrieval and AI orchestration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and Location database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insights and recommendation workflows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Locations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to save and manage cities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37160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Weather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 via OpenWeatherMap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18872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summaries and recommendations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Guarding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checks block unauthorized access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46120" y="292608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29000" y="310896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461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2900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XSS and NoSQL injection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35040" y="292608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17920" y="310896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24612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without external API keys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MVC Pattern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is decoupled from data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103120"/>
          </a:xfrm>
          <a:prstGeom prst="rect">
            <a:avLst/>
          </a:prstGeom>
          <a:solidFill>
            <a:srgbClr val="12325A"/>
          </a:solidFill>
          <a:ln w="9525">
            <a:solidFill>
              <a:srgbClr val="1F4A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86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 for User and Location with defaults, indexing and validation.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2103120"/>
          </a:xfrm>
          <a:prstGeom prst="rect">
            <a:avLst/>
          </a:prstGeom>
          <a:solidFill>
            <a:srgbClr val="12325A"/>
          </a:solidFill>
          <a:ln w="9525">
            <a:solidFill>
              <a:srgbClr val="1F4A7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554480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91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286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API routing layer that maps request paths to controller handlers.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2103120"/>
          </a:xfrm>
          <a:prstGeom prst="rect">
            <a:avLst/>
          </a:prstGeom>
          <a:solidFill>
            <a:srgbClr val="12325A"/>
          </a:solidFill>
          <a:ln w="9525">
            <a:solidFill>
              <a:srgbClr val="1F4A7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554480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286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requests, calls OpenWeatherMap and Gemini, returns JSON responses.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9776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2325A"/>
          </a:solidFill>
          <a:ln w="12700">
            <a:solidFill>
              <a:srgbClr val="1F4A7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5720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874520" y="3977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2103120" y="39776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2325A"/>
          </a:solidFill>
          <a:ln w="12700">
            <a:solidFill>
              <a:srgbClr val="1F4A7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10312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3520440" y="3977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3749040" y="39776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2325A"/>
          </a:solidFill>
          <a:ln w="12700">
            <a:solidFill>
              <a:srgbClr val="1F4A7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74904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Middleware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5166360" y="3977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5394960" y="39776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39496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6812280" y="3977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7040880" y="39776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2325A"/>
          </a:solidFill>
          <a:ln w="12700">
            <a:solidFill>
              <a:srgbClr val="1F4A7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04088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/ MongoDB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entities linked by a one-to-many relationship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36576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574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 (ObjectId, PK)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(String, required)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(String, unique)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 (hashed)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 (default: "reader")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3657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417320"/>
            <a:ext cx="36576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780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0574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 (ObjectId, PK)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 (FK to User)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 (String, required)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  (String, required)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  (Date, default now)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2651760"/>
            <a:ext cx="9144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3F2FC"/>
          </a:solidFill>
          <a:ln w="12700">
            <a:solidFill>
              <a:srgbClr val="E3F2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registered user can save many favorite locations.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and User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32588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accounts, monitors API health and logs, protects database integrity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246888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favorite cities, fetches weather, requests AI insights, manages profile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3383280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360" y="361188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49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User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3749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public weather endpoints without an account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5029200" y="1600200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0292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62356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or log in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029200" y="2221992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02920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623560" y="22219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favorite city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029200" y="2843784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02920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623560" y="28437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current weather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029200" y="3465576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02920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5623560" y="346557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AI summary and tips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029200" y="408736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029200" y="4087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5623560" y="40873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validated, result returned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and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9377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487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10/11, macOS or Linux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v16+ and npm v8+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for data storage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SDK for insights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for API testing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or similar editor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017520" cy="1600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123444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13487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4652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(8th gen) / Ryzen 5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 (16 GB recommended)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 free storage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0" y="2880360"/>
            <a:ext cx="30175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85216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npm packages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852160" y="3383280"/>
            <a:ext cx="800100" cy="292608"/>
          </a:xfrm>
          <a:prstGeom prst="roundRect">
            <a:avLst>
              <a:gd name="adj" fmla="val 18750"/>
            </a:avLst>
          </a:prstGeom>
          <a:solidFill>
            <a:srgbClr val="E3F2FC"/>
          </a:solidFill>
          <a:ln w="12700">
            <a:solidFill>
              <a:srgbClr val="E3F2F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852160" y="338328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743700" y="3383280"/>
            <a:ext cx="877824" cy="292608"/>
          </a:xfrm>
          <a:prstGeom prst="roundRect">
            <a:avLst>
              <a:gd name="adj" fmla="val 18750"/>
            </a:avLst>
          </a:prstGeom>
          <a:solidFill>
            <a:srgbClr val="E3F2FC"/>
          </a:solidFill>
          <a:ln w="12700">
            <a:solidFill>
              <a:srgbClr val="E3F2F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743700" y="338328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mongoose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712964" y="3383280"/>
            <a:ext cx="877824" cy="292608"/>
          </a:xfrm>
          <a:prstGeom prst="roundRect">
            <a:avLst>
              <a:gd name="adj" fmla="val 18750"/>
            </a:avLst>
          </a:prstGeom>
          <a:solidFill>
            <a:srgbClr val="E3F2FC"/>
          </a:solidFill>
          <a:ln w="12700">
            <a:solidFill>
              <a:srgbClr val="E3F2F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12964" y="338328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bcryptjs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52160" y="374904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E3F2FC"/>
          </a:solidFill>
          <a:ln w="12700">
            <a:solidFill>
              <a:srgbClr val="E3F2F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852160" y="3749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jsonwebtoken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132320" y="374904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E3F2FC"/>
          </a:solidFill>
          <a:ln w="12700">
            <a:solidFill>
              <a:srgbClr val="E3F2F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132320" y="37490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790688" y="3749040"/>
            <a:ext cx="722376" cy="292608"/>
          </a:xfrm>
          <a:prstGeom prst="roundRect">
            <a:avLst>
              <a:gd name="adj" fmla="val 18750"/>
            </a:avLst>
          </a:prstGeom>
          <a:solidFill>
            <a:srgbClr val="E3F2FC"/>
          </a:solidFill>
          <a:ln w="12700">
            <a:solidFill>
              <a:srgbClr val="E3F2FC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790688" y="374904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852160" y="4114800"/>
            <a:ext cx="800100" cy="292608"/>
          </a:xfrm>
          <a:prstGeom prst="roundRect">
            <a:avLst>
              <a:gd name="adj" fmla="val 18750"/>
            </a:avLst>
          </a:prstGeom>
          <a:solidFill>
            <a:srgbClr val="E3F2FC"/>
          </a:solidFill>
          <a:ln w="12700">
            <a:solidFill>
              <a:srgbClr val="E3F2F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852160" y="411480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nodemon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and API Testing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3832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locally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 mongoose bcryptjs jsonwebtoken cors dotenv @google/genai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--save-dev nodemon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FB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PORT=5000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MONGO_URI=...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JWT_SECRET=...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GEMINI_API_KEY=...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with Postman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37760" y="1600200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74920" y="1728216"/>
            <a:ext cx="365760" cy="365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4" y="182880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577840" y="1655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API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user account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937760" y="2331720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74920" y="2459736"/>
            <a:ext cx="365760" cy="365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256032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77840" y="2386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API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57784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and receive a JWT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937760" y="3063240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74920" y="3191256"/>
            <a:ext cx="365760" cy="365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329184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577840" y="3118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577840" y="3383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real-time weather for a city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937760" y="3794760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74920" y="3922776"/>
            <a:ext cx="365760" cy="365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4023360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577840" y="3849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API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577840" y="4114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Gemini AI summary and tips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and 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103120"/>
          </a:xfrm>
          <a:prstGeom prst="rect">
            <a:avLst/>
          </a:prstGeom>
          <a:solidFill>
            <a:srgbClr val="12325A"/>
          </a:solidFill>
          <a:ln w="9525">
            <a:solidFill>
              <a:srgbClr val="1F4A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decoding data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turns raw metrics into plain-language summaries.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06040" cy="2103120"/>
          </a:xfrm>
          <a:prstGeom prst="rect">
            <a:avLst/>
          </a:prstGeom>
          <a:solidFill>
            <a:srgbClr val="12325A"/>
          </a:solidFill>
          <a:ln w="9525">
            <a:solidFill>
              <a:srgbClr val="1F4A7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371600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data integrity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423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 keep user and location data consistent.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35040" y="1188720"/>
            <a:ext cx="2606040" cy="2103120"/>
          </a:xfrm>
          <a:prstGeom prst="rect">
            <a:avLst/>
          </a:prstGeom>
          <a:solidFill>
            <a:srgbClr val="12325A"/>
          </a:solidFill>
          <a:ln w="9525">
            <a:solidFill>
              <a:srgbClr val="1F4A7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advice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423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suggests activities and clothing for live conditions.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delivers a secure, scalable and intelligent weather service for travelers like Alex.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 | 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WeatherWise</dc:title>
  <dc:subject>PptxGenJS Presentation</dc:subject>
  <dc:creator>PptxGenJS</dc:creator>
  <cp:lastModifiedBy>PptxGenJS</cp:lastModifiedBy>
  <cp:revision>1</cp:revision>
  <dcterms:created xsi:type="dcterms:W3CDTF">2026-10-01T08:51:16Z</dcterms:created>
  <dcterms:modified xsi:type="dcterms:W3CDTF">2026-10-01T08:51:16Z</dcterms:modified>
</cp:coreProperties>
</file>